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sldIdLst>
    <p:sldId id="257" r:id="rId2"/>
    <p:sldId id="258" r:id="rId3"/>
    <p:sldId id="259" r:id="rId4"/>
    <p:sldId id="260" r:id="rId5"/>
    <p:sldId id="266" r:id="rId6"/>
    <p:sldId id="261" r:id="rId7"/>
    <p:sldId id="262" r:id="rId8"/>
    <p:sldId id="267" r:id="rId9"/>
    <p:sldId id="264" r:id="rId10"/>
    <p:sldId id="265" r:id="rId11"/>
    <p:sldId id="263" r:id="rId12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16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4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488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14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77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02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1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1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69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01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511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74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2" r:id="rId6"/>
    <p:sldLayoutId id="2147483758" r:id="rId7"/>
    <p:sldLayoutId id="2147483759" r:id="rId8"/>
    <p:sldLayoutId id="2147483760" r:id="rId9"/>
    <p:sldLayoutId id="2147483761" r:id="rId10"/>
    <p:sldLayoutId id="2147483763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jpe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Slika 8" descr="Slika na kojoj se prikazuje snimka zaslona&#10;&#10;Sadržaj generiran uz AI možda nije točan.">
            <a:extLst>
              <a:ext uri="{FF2B5EF4-FFF2-40B4-BE49-F238E27FC236}">
                <a16:creationId xmlns:a16="http://schemas.microsoft.com/office/drawing/2014/main" id="{73AFE4D4-BB24-69EE-BD2D-67C2280726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8352B6C0-255B-C81D-1F76-583C609A5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hr-HR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Softverski sustav za upravljanje RC vozilom putem radiokomunikacije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944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9BBA96D-760C-44C0-B94F-3FDC8357B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zervirano mjesto sadržaja 4" descr="Slika na kojoj se prikazuje snimka zaslona&#10;&#10;Sadržaj generiran uz AI možda nije točan.">
            <a:extLst>
              <a:ext uri="{FF2B5EF4-FFF2-40B4-BE49-F238E27FC236}">
                <a16:creationId xmlns:a16="http://schemas.microsoft.com/office/drawing/2014/main" id="{8920E85C-AB5E-7B84-09D8-3BE4A93DD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AA5F1BF-F733-47EA-A79A-01F3AD5A7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0600" y="1071435"/>
            <a:ext cx="10208830" cy="47197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FF67469-88DB-18D6-7618-3D2728920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863" y="1584797"/>
            <a:ext cx="3305701" cy="3584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 err="1">
                <a:latin typeface="Verdana" panose="020B0604030504040204" pitchFamily="34" charset="0"/>
                <a:ea typeface="Verdana" panose="020B0604030504040204" pitchFamily="34" charset="0"/>
              </a:rPr>
              <a:t>Digitalci</a:t>
            </a:r>
            <a:endParaRPr lang="en-US" sz="4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D3DEC630-C0A1-C0AE-16FC-145CE2A625D6}"/>
              </a:ext>
            </a:extLst>
          </p:cNvPr>
          <p:cNvSpPr txBox="1"/>
          <p:nvPr/>
        </p:nvSpPr>
        <p:spPr>
          <a:xfrm>
            <a:off x="5337314" y="1641371"/>
            <a:ext cx="5214006" cy="3532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Članovi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tima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Andrija Razum –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istraživanje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testiranje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dokumentacija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prezentacija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Jakov Peica –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razvoj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softvera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integracija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sustava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2938D1-813E-4650-AAB9-E09257454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83456" y="5765296"/>
            <a:ext cx="1021597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223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Rezervirano mjesto sadržaja 4" descr="Slika na kojoj se prikazuje snimka zaslona&#10;&#10;Sadržaj generiran uz AI možda nije točan.">
            <a:extLst>
              <a:ext uri="{FF2B5EF4-FFF2-40B4-BE49-F238E27FC236}">
                <a16:creationId xmlns:a16="http://schemas.microsoft.com/office/drawing/2014/main" id="{4969807C-7DFB-DA85-AAA2-734012CC9D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7" r="37758"/>
          <a:stretch>
            <a:fillRect/>
          </a:stretch>
        </p:blipFill>
        <p:spPr>
          <a:xfrm>
            <a:off x="-4704" y="10"/>
            <a:ext cx="56967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017262-EEEC-4F5E-917D-A55E68A11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0375" y="-480370"/>
            <a:ext cx="4735963" cy="569671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3094B19-0328-D957-DCBC-20808E7F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9" y="1371601"/>
            <a:ext cx="4023360" cy="2671482"/>
          </a:xfrm>
        </p:spPr>
        <p:txBody>
          <a:bodyPr>
            <a:normAutofit/>
          </a:bodyPr>
          <a:lstStyle/>
          <a:p>
            <a:r>
              <a:rPr lang="hr-HR" sz="4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Tema rada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3EDAAA-869E-4AA2-A7CE-BF2C0259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718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8989717-C4CD-0853-8AD4-572642CE8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2960" y="1031002"/>
            <a:ext cx="5288049" cy="5266922"/>
          </a:xfrm>
        </p:spPr>
        <p:txBody>
          <a:bodyPr>
            <a:normAutofit/>
          </a:bodyPr>
          <a:lstStyle/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Softverski sustav za upravljanje RC vozilom putem radiokomunikacije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Kontroliranje RC autića pomoću računala i kontrolera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Video sustav i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head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tracking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Spoj softvera i hardvera</a:t>
            </a:r>
          </a:p>
        </p:txBody>
      </p:sp>
    </p:spTree>
    <p:extLst>
      <p:ext uri="{BB962C8B-B14F-4D97-AF65-F5344CB8AC3E}">
        <p14:creationId xmlns:p14="http://schemas.microsoft.com/office/powerpoint/2010/main" val="1648335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DBA91FE-9AAB-CE6E-9C4A-054AC32F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Način rada – upravljanje 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A58E8B1E-0B26-832C-E228-705806D6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00" y="2621322"/>
            <a:ext cx="2203605" cy="1615355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0759A133-FCA1-2940-7CC7-BA3B6DBA5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349" y="2304211"/>
            <a:ext cx="2861959" cy="2249575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4D56432E-7646-251E-A630-3E68A6B8C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16" y="5010986"/>
            <a:ext cx="1738224" cy="1738224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1AC77F75-2F6F-20D0-4E5E-64705D7E1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988" y="5010986"/>
            <a:ext cx="1738224" cy="1738224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A335C2BD-7388-EEC9-222D-2297841EE3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487" y="2366385"/>
            <a:ext cx="2125226" cy="2125226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46ED1456-37DB-5002-5538-4C40ADD32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3892" y="2559885"/>
            <a:ext cx="1738225" cy="1738225"/>
          </a:xfrm>
          <a:prstGeom prst="rect">
            <a:avLst/>
          </a:prstGeom>
        </p:spPr>
      </p:pic>
      <p:cxnSp>
        <p:nvCxnSpPr>
          <p:cNvPr id="11" name="Ravni poveznik sa strelicom 10">
            <a:extLst>
              <a:ext uri="{FF2B5EF4-FFF2-40B4-BE49-F238E27FC236}">
                <a16:creationId xmlns:a16="http://schemas.microsoft.com/office/drawing/2014/main" id="{4B3B40C0-10FA-7ED3-337F-8538FCC07B1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411605" y="3428999"/>
            <a:ext cx="47074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vni poveznik sa strelicom 12">
            <a:extLst>
              <a:ext uri="{FF2B5EF4-FFF2-40B4-BE49-F238E27FC236}">
                <a16:creationId xmlns:a16="http://schemas.microsoft.com/office/drawing/2014/main" id="{9C655800-6027-2F22-9456-5166708A5AA9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4313328" y="4553786"/>
            <a:ext cx="1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Ravni poveznik sa strelicom 15">
            <a:extLst>
              <a:ext uri="{FF2B5EF4-FFF2-40B4-BE49-F238E27FC236}">
                <a16:creationId xmlns:a16="http://schemas.microsoft.com/office/drawing/2014/main" id="{DEF8C0E1-F08F-1A92-C890-356D4B0A978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182440" y="5880098"/>
            <a:ext cx="1687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Ravni poveznik sa strelicom 18">
            <a:extLst>
              <a:ext uri="{FF2B5EF4-FFF2-40B4-BE49-F238E27FC236}">
                <a16:creationId xmlns:a16="http://schemas.microsoft.com/office/drawing/2014/main" id="{E24DDD64-849D-E944-3028-B98853C5F675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7739100" y="4491611"/>
            <a:ext cx="0" cy="519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Ravni poveznik sa strelicom 21">
            <a:extLst>
              <a:ext uri="{FF2B5EF4-FFF2-40B4-BE49-F238E27FC236}">
                <a16:creationId xmlns:a16="http://schemas.microsoft.com/office/drawing/2014/main" id="{F166D7D1-4B72-9254-4A82-0104356EAC66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801713" y="3428998"/>
            <a:ext cx="932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Slika 22">
            <a:extLst>
              <a:ext uri="{FF2B5EF4-FFF2-40B4-BE49-F238E27FC236}">
                <a16:creationId xmlns:a16="http://schemas.microsoft.com/office/drawing/2014/main" id="{E4F7D40F-EEC5-AB28-0136-FE078D64C5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0846" y="2521217"/>
            <a:ext cx="703005" cy="703005"/>
          </a:xfrm>
          <a:prstGeom prst="rect">
            <a:avLst/>
          </a:prstGeom>
        </p:spPr>
      </p:pic>
      <p:pic>
        <p:nvPicPr>
          <p:cNvPr id="25" name="Slika 24">
            <a:extLst>
              <a:ext uri="{FF2B5EF4-FFF2-40B4-BE49-F238E27FC236}">
                <a16:creationId xmlns:a16="http://schemas.microsoft.com/office/drawing/2014/main" id="{4CB572D8-D875-579E-F662-ED6CFE8D47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4216" y="4553786"/>
            <a:ext cx="736861" cy="352511"/>
          </a:xfrm>
          <a:prstGeom prst="rect">
            <a:avLst/>
          </a:prstGeom>
        </p:spPr>
      </p:pic>
      <p:pic>
        <p:nvPicPr>
          <p:cNvPr id="26" name="Slika 25">
            <a:extLst>
              <a:ext uri="{FF2B5EF4-FFF2-40B4-BE49-F238E27FC236}">
                <a16:creationId xmlns:a16="http://schemas.microsoft.com/office/drawing/2014/main" id="{F0A00136-D2A4-60A9-EA25-9806539600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0189" y="4881151"/>
            <a:ext cx="1997894" cy="99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63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062A8-9BB6-883D-675C-A6E406FA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31B845D-384E-1833-D6E9-4BF58349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1349473" cy="1097280"/>
          </a:xfrm>
        </p:spPr>
        <p:txBody>
          <a:bodyPr>
            <a:normAutofit/>
          </a:bodyPr>
          <a:lstStyle/>
          <a:p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Način rada – video i </a:t>
            </a:r>
            <a:r>
              <a:rPr lang="hr-HR" sz="4400" dirty="0" err="1">
                <a:latin typeface="Verdana" panose="020B0604030504040204" pitchFamily="34" charset="0"/>
                <a:ea typeface="Verdana" panose="020B0604030504040204" pitchFamily="34" charset="0"/>
              </a:rPr>
              <a:t>head</a:t>
            </a:r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hr-HR" sz="4400" dirty="0" err="1">
                <a:latin typeface="Verdana" panose="020B0604030504040204" pitchFamily="34" charset="0"/>
                <a:ea typeface="Verdana" panose="020B0604030504040204" pitchFamily="34" charset="0"/>
              </a:rPr>
              <a:t>tracking</a:t>
            </a:r>
            <a:endParaRPr lang="hr-HR" sz="4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17CEF55-1595-EFF3-3E77-48DC5A907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349" y="2304211"/>
            <a:ext cx="2861959" cy="2249575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BEE5B76A-AFD3-6489-EA71-97E9D8677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216" y="5010986"/>
            <a:ext cx="1738224" cy="1738224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6EF41210-7F97-AEC7-C1B4-5B906D75D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988" y="5010986"/>
            <a:ext cx="1738224" cy="1738224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C90E66B2-9C9D-FAD1-1CB9-9657FC4DF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487" y="2366385"/>
            <a:ext cx="2125226" cy="2125226"/>
          </a:xfrm>
          <a:prstGeom prst="rect">
            <a:avLst/>
          </a:prstGeom>
        </p:spPr>
      </p:pic>
      <p:cxnSp>
        <p:nvCxnSpPr>
          <p:cNvPr id="13" name="Ravni poveznik sa strelicom 12">
            <a:extLst>
              <a:ext uri="{FF2B5EF4-FFF2-40B4-BE49-F238E27FC236}">
                <a16:creationId xmlns:a16="http://schemas.microsoft.com/office/drawing/2014/main" id="{BC0C8D9A-CE83-10F7-0DAC-D3552F6191B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4313328" y="4553786"/>
            <a:ext cx="1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Ravni poveznik sa strelicom 15">
            <a:extLst>
              <a:ext uri="{FF2B5EF4-FFF2-40B4-BE49-F238E27FC236}">
                <a16:creationId xmlns:a16="http://schemas.microsoft.com/office/drawing/2014/main" id="{476D8853-FD39-B3A9-512C-13CFED45E98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182440" y="5880098"/>
            <a:ext cx="1687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Ravni poveznik sa strelicom 18">
            <a:extLst>
              <a:ext uri="{FF2B5EF4-FFF2-40B4-BE49-F238E27FC236}">
                <a16:creationId xmlns:a16="http://schemas.microsoft.com/office/drawing/2014/main" id="{047E7368-61D1-E6CD-3F6D-56F6C5931CC0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7739100" y="4491611"/>
            <a:ext cx="0" cy="519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Ravni poveznik sa strelicom 21">
            <a:extLst>
              <a:ext uri="{FF2B5EF4-FFF2-40B4-BE49-F238E27FC236}">
                <a16:creationId xmlns:a16="http://schemas.microsoft.com/office/drawing/2014/main" id="{15C17903-12CF-4CC9-15FC-ABFD8EB1653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801713" y="3428998"/>
            <a:ext cx="932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Slika 24">
            <a:extLst>
              <a:ext uri="{FF2B5EF4-FFF2-40B4-BE49-F238E27FC236}">
                <a16:creationId xmlns:a16="http://schemas.microsoft.com/office/drawing/2014/main" id="{70B73D08-BF68-3BAF-D92E-79F029C04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216" y="4553786"/>
            <a:ext cx="736861" cy="352511"/>
          </a:xfrm>
          <a:prstGeom prst="rect">
            <a:avLst/>
          </a:prstGeom>
        </p:spPr>
      </p:pic>
      <p:pic>
        <p:nvPicPr>
          <p:cNvPr id="26" name="Slika 25">
            <a:extLst>
              <a:ext uri="{FF2B5EF4-FFF2-40B4-BE49-F238E27FC236}">
                <a16:creationId xmlns:a16="http://schemas.microsoft.com/office/drawing/2014/main" id="{12FAF52C-CE8C-7B6E-7BDD-2D7B873FB6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0189" y="4881151"/>
            <a:ext cx="1997894" cy="998947"/>
          </a:xfrm>
          <a:prstGeom prst="rect">
            <a:avLst/>
          </a:prstGeom>
        </p:spPr>
      </p:pic>
      <p:pic>
        <p:nvPicPr>
          <p:cNvPr id="1026" name="Picture 2" descr="Fpv Technology Line Icon Innovation And Virtual Fpv Glasses Sign Vector  Graphics A Linear Pattern On A White Background Stock Illustration -  Download Image Now - iStock">
            <a:extLst>
              <a:ext uri="{FF2B5EF4-FFF2-40B4-BE49-F238E27FC236}">
                <a16:creationId xmlns:a16="http://schemas.microsoft.com/office/drawing/2014/main" id="{43104D13-0DDB-174B-62D5-7E31F95A5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2" y="4553786"/>
            <a:ext cx="1386802" cy="138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Slika 2">
            <a:extLst>
              <a:ext uri="{FF2B5EF4-FFF2-40B4-BE49-F238E27FC236}">
                <a16:creationId xmlns:a16="http://schemas.microsoft.com/office/drawing/2014/main" id="{F8021889-92B4-BE18-A9A6-1362D6B61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25" y="2791649"/>
            <a:ext cx="1265892" cy="1265892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95E921DB-8849-DC5C-77F5-4FEE2FA795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4033" y="4381721"/>
            <a:ext cx="1470383" cy="125853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DC56A80-40C4-C0C1-CD09-19DFFEBAB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4325" y="2073660"/>
            <a:ext cx="2125227" cy="212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DD964B02-3CAE-2912-DAEF-EBBCBB7DE2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3892" y="4491611"/>
            <a:ext cx="2125226" cy="2125226"/>
          </a:xfrm>
          <a:prstGeom prst="rect">
            <a:avLst/>
          </a:prstGeom>
        </p:spPr>
      </p:pic>
      <p:cxnSp>
        <p:nvCxnSpPr>
          <p:cNvPr id="15" name="Ravni poveznik sa strelicom 14">
            <a:extLst>
              <a:ext uri="{FF2B5EF4-FFF2-40B4-BE49-F238E27FC236}">
                <a16:creationId xmlns:a16="http://schemas.microsoft.com/office/drawing/2014/main" id="{07FD3F71-FBD6-F7AB-D131-A1D404F08A46}"/>
              </a:ext>
            </a:extLst>
          </p:cNvPr>
          <p:cNvCxnSpPr>
            <a:cxnSpLocks/>
            <a:stCxn id="1026" idx="0"/>
            <a:endCxn id="3" idx="2"/>
          </p:cNvCxnSpPr>
          <p:nvPr/>
        </p:nvCxnSpPr>
        <p:spPr>
          <a:xfrm flipV="1">
            <a:off x="881363" y="4057541"/>
            <a:ext cx="586408" cy="496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Ravni poveznik sa strelicom 19">
            <a:extLst>
              <a:ext uri="{FF2B5EF4-FFF2-40B4-BE49-F238E27FC236}">
                <a16:creationId xmlns:a16="http://schemas.microsoft.com/office/drawing/2014/main" id="{229D26DE-985B-CB59-679B-F0CEBD8D59DE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1467771" y="4057541"/>
            <a:ext cx="496080" cy="496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Ravni poveznik sa strelicom 32">
            <a:extLst>
              <a:ext uri="{FF2B5EF4-FFF2-40B4-BE49-F238E27FC236}">
                <a16:creationId xmlns:a16="http://schemas.microsoft.com/office/drawing/2014/main" id="{8D3F6362-DD52-6A65-2151-6C719C65AB3B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2100717" y="3424595"/>
            <a:ext cx="781632" cy="4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Slika 33">
            <a:extLst>
              <a:ext uri="{FF2B5EF4-FFF2-40B4-BE49-F238E27FC236}">
                <a16:creationId xmlns:a16="http://schemas.microsoft.com/office/drawing/2014/main" id="{ED7721B6-3089-3B14-7A47-2738C1D1B3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9950" y="2859370"/>
            <a:ext cx="736861" cy="352511"/>
          </a:xfrm>
          <a:prstGeom prst="rect">
            <a:avLst/>
          </a:prstGeom>
        </p:spPr>
      </p:pic>
      <p:cxnSp>
        <p:nvCxnSpPr>
          <p:cNvPr id="42" name="Ravni poveznik sa strelicom 41">
            <a:extLst>
              <a:ext uri="{FF2B5EF4-FFF2-40B4-BE49-F238E27FC236}">
                <a16:creationId xmlns:a16="http://schemas.microsoft.com/office/drawing/2014/main" id="{30FDCEA6-CB7E-4025-4B68-EA31F6FCE3A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801713" y="3428998"/>
            <a:ext cx="1062612" cy="1301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292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2F4BE0F-A196-7435-0149-2EEA6977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Softver: Slanje naredbi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5CEDDC0-DAC0-68C5-52D6-BDF3A534A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Python program čita unos kontrolera preko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Pygame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biblioteke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Mapira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gamepad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osi i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trigere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u CRSF (protokol za radio komunikaciju) kanal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Pakira 16 kanala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Šalje CRSF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frameove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preko serijskog porta (COM port) Radio Master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Ranger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Micru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(odašiljač)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Radi u 50Hz ciklusu</a:t>
            </a:r>
          </a:p>
        </p:txBody>
      </p:sp>
    </p:spTree>
    <p:extLst>
      <p:ext uri="{BB962C8B-B14F-4D97-AF65-F5344CB8AC3E}">
        <p14:creationId xmlns:p14="http://schemas.microsoft.com/office/powerpoint/2010/main" val="914931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6CD6C92-560F-B198-4131-30EAB9522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Softver: Primanje naredbi</a:t>
            </a:r>
            <a:endParaRPr lang="hr-HR" sz="4400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845361C-31D3-D268-9CC1-B876CBAD1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Radio Master RP1 (prijamnik) prosljeđuje dobivene pakete Arduinu preko pinova TX i RX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Arduino koristi program za dekodiranje CRSF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frameova</a:t>
            </a:r>
            <a:endParaRPr lang="hr-HR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Mapira kanale na PWM signale za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servo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(skretanje) i ESC (gas)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Primjenjuje glatko filtriranje za mekše pokrete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Ako signal nestane &gt;300ms, aktivira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failsafe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(motor staje,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servo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se vraća u početnu poziciju)</a:t>
            </a:r>
          </a:p>
        </p:txBody>
      </p:sp>
    </p:spTree>
    <p:extLst>
      <p:ext uri="{BB962C8B-B14F-4D97-AF65-F5344CB8AC3E}">
        <p14:creationId xmlns:p14="http://schemas.microsoft.com/office/powerpoint/2010/main" val="3211179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C4EFF-6213-9F2D-570D-654E1546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6ACD871-3121-AB5B-9C87-AE08CA3D0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Softver: </a:t>
            </a:r>
            <a:r>
              <a:rPr lang="hr-HR" sz="4400" dirty="0" err="1">
                <a:latin typeface="Verdana" panose="020B0604030504040204" pitchFamily="34" charset="0"/>
                <a:ea typeface="Verdana" panose="020B0604030504040204" pitchFamily="34" charset="0"/>
              </a:rPr>
              <a:t>Head</a:t>
            </a:r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hr-HR" sz="4400" dirty="0" err="1">
                <a:latin typeface="Verdana" panose="020B0604030504040204" pitchFamily="34" charset="0"/>
                <a:ea typeface="Verdana" panose="020B0604030504040204" pitchFamily="34" charset="0"/>
              </a:rPr>
              <a:t>tracking</a:t>
            </a:r>
            <a:endParaRPr lang="hr-HR" sz="4400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5DE850D-5945-0D3D-ADD1-FF0881C60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Senzor (MPU6050) prati poziciju naočala/glave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Arduino te podatke šalje prema računalu putem USB kabela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Python program ih prima i prosljeđuje odašiljaču kroz kanal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RP1 prima signale, a Arduino na autiću upravlja </a:t>
            </a:r>
            <a:r>
              <a:rPr lang="hr-HR" dirty="0" err="1">
                <a:latin typeface="Verdana" panose="020B0604030504040204" pitchFamily="34" charset="0"/>
                <a:ea typeface="Verdana" panose="020B0604030504040204" pitchFamily="34" charset="0"/>
              </a:rPr>
              <a:t>servo</a:t>
            </a:r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 motorima</a:t>
            </a:r>
          </a:p>
        </p:txBody>
      </p:sp>
    </p:spTree>
    <p:extLst>
      <p:ext uri="{BB962C8B-B14F-4D97-AF65-F5344CB8AC3E}">
        <p14:creationId xmlns:p14="http://schemas.microsoft.com/office/powerpoint/2010/main" val="2066149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1BDE5BF-F6D3-A58B-B806-7D00F387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Trenutno stanje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706E5B6-DAE7-B172-DBAE-74FA26884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Softverski dio je funkcionalan, komunikacija je uspostavljena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Dijelovi su većim dijelom prikupljeni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Prva testiranja su pokazala dobre rezultate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Autić je u procesu sastavljanja</a:t>
            </a:r>
          </a:p>
        </p:txBody>
      </p:sp>
    </p:spTree>
    <p:extLst>
      <p:ext uri="{BB962C8B-B14F-4D97-AF65-F5344CB8AC3E}">
        <p14:creationId xmlns:p14="http://schemas.microsoft.com/office/powerpoint/2010/main" val="3149910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EE2E9B7-8C08-33FE-2644-1D37BE8E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Problemi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3D074FA-7601-D872-C5B8-526885989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sz="2200" dirty="0">
                <a:latin typeface="Verdana" panose="020B0604030504040204" pitchFamily="34" charset="0"/>
                <a:ea typeface="Verdana" panose="020B0604030504040204" pitchFamily="34" charset="0"/>
              </a:rPr>
              <a:t>Nedovršenost vozila</a:t>
            </a:r>
          </a:p>
          <a:p>
            <a:r>
              <a:rPr lang="hr-HR" sz="2200" dirty="0">
                <a:latin typeface="Verdana" panose="020B0604030504040204" pitchFamily="34" charset="0"/>
                <a:ea typeface="Verdana" panose="020B0604030504040204" pitchFamily="34" charset="0"/>
              </a:rPr>
              <a:t>Testiranje nije moguće u cijelosti</a:t>
            </a:r>
          </a:p>
        </p:txBody>
      </p:sp>
    </p:spTree>
    <p:extLst>
      <p:ext uri="{BB962C8B-B14F-4D97-AF65-F5344CB8AC3E}">
        <p14:creationId xmlns:p14="http://schemas.microsoft.com/office/powerpoint/2010/main" val="3848491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19D4174-B98C-C9F1-83B0-BD0AEE88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400" dirty="0">
                <a:latin typeface="Verdana" panose="020B0604030504040204" pitchFamily="34" charset="0"/>
                <a:ea typeface="Verdana" panose="020B0604030504040204" pitchFamily="34" charset="0"/>
              </a:rPr>
              <a:t>Budući razvoj/nadogradnja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E65DE14-C481-5039-7035-A38FDE401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Unaprjeđenje softvera</a:t>
            </a:r>
          </a:p>
          <a:p>
            <a:r>
              <a:rPr lang="hr-HR" dirty="0">
                <a:latin typeface="Verdana" panose="020B0604030504040204" pitchFamily="34" charset="0"/>
                <a:ea typeface="Verdana" panose="020B0604030504040204" pitchFamily="34" charset="0"/>
              </a:rPr>
              <a:t>Dodatak telemetrije i sigurnosnih sustava</a:t>
            </a:r>
          </a:p>
        </p:txBody>
      </p:sp>
    </p:spTree>
    <p:extLst>
      <p:ext uri="{BB962C8B-B14F-4D97-AF65-F5344CB8AC3E}">
        <p14:creationId xmlns:p14="http://schemas.microsoft.com/office/powerpoint/2010/main" val="753998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270</Words>
  <Application>Microsoft Office PowerPoint</Application>
  <PresentationFormat>Široki zaslon</PresentationFormat>
  <Paragraphs>40</Paragraphs>
  <Slides>11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11</vt:i4>
      </vt:variant>
    </vt:vector>
  </HeadingPairs>
  <TitlesOfParts>
    <vt:vector size="15" baseType="lpstr">
      <vt:lpstr>Arial</vt:lpstr>
      <vt:lpstr>Grandview Display</vt:lpstr>
      <vt:lpstr>Verdana</vt:lpstr>
      <vt:lpstr>DashVTI</vt:lpstr>
      <vt:lpstr>Softverski sustav za upravljanje RC vozilom putem radiokomunikacije</vt:lpstr>
      <vt:lpstr>Digitalci</vt:lpstr>
      <vt:lpstr>Tema rada</vt:lpstr>
      <vt:lpstr>Način rada – upravljanje </vt:lpstr>
      <vt:lpstr>Način rada – video i head tracking</vt:lpstr>
      <vt:lpstr>Softver: Slanje naredbi</vt:lpstr>
      <vt:lpstr>Softver: Primanje naredbi</vt:lpstr>
      <vt:lpstr>Softver: Head tracking</vt:lpstr>
      <vt:lpstr>Trenutno stanje</vt:lpstr>
      <vt:lpstr>Problemi</vt:lpstr>
      <vt:lpstr>Budući razvoj/nadogradnja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Jakov Peica</dc:creator>
  <cp:lastModifiedBy>Jakov Peica</cp:lastModifiedBy>
  <cp:revision>2</cp:revision>
  <dcterms:created xsi:type="dcterms:W3CDTF">2026-01-10T10:39:00Z</dcterms:created>
  <dcterms:modified xsi:type="dcterms:W3CDTF">2026-01-14T17:28:11Z</dcterms:modified>
</cp:coreProperties>
</file>